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DeadLock: Decentralized Subaccount Service for Local Communities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Subtitle: Secure funds &amp; beneficiary flows on Aptos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Speaker notes: One-line intro: what DeadLock does and who it's for (local NGOs, community treasuries).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notes (global)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Palette: Deep indigo (#0f172a) background, accent teal (#0ea5a3), highlight amber (#f59e0b).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Typography: Heading: Inter 700; Body: Inter 400. Large headings, roomy spacing.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Layout: Minimal, 1–2 bullets per slide, large visuals (icons or small sequence diagrams).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Local groups lack transparent, programmable subaccounts for funds.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Manual processes cause delays, misallocation, and trust friction.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Speaker notes: Give a quick example: community fundraiser where manual payouts create disputes.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(DeadLock)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On-chain subaccounts tied to a publisher account.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Role-based beneficiary management and claim flows.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Transparent ledger + easy frontend for ordinary users.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Speaker notes: Emphasize trustless verification and simplified UX via wallet integration.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Create subaccounts with metadata and thresholds.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Add/remove beneficiaries and scheduled claim windows.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Deposit, reserve, and release funds with transparent transactions.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View-only dashboard for public accountability.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(High level)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Move contract: `deadlock_v2` modules deployed under publisher address.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Backend: none required — frontend talks directly to Aptos fullnode via SDK.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Frontend: React + Vite + Aptos Wallet Adapter.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Speaker notes: Show a simple block diagram: User wallet ⇄ Frontend ⇄ Aptos Fullnode (contract state).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Contract Details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Modules: subaccount creation, beneficiary registry, claim execution.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Security: named addresses, capability-restricted entry functions, on-chain view functions.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Tests: Move unit tests (3/3 passing) cover core flows.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Highlights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Wallet integration: uses Aptos Wallet Adapter (no window.petra/window.aptos direct calls).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Actions: create subaccount, deposit, add beneficiary, claim flow, dashboard views.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Dev server: Vite configured for 0.0.0.0 host (WSL-friendly).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&amp; Testnet Steps (concise)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Install deps: `npm install`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Use project-scoped CLI: `npx aptos --version` (project contains aptos CLI binary)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Compile contract: `cd contract &amp;&amp; npx aptos move compile`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Publish: `npm run move:publish` (scripts write VITE_MODULE_ADDRESS to `.env`)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Start frontend: `npm run dev -- --host 0.0.0.0 --port 5173 --strictPort`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Speaker notes: Mention wallet connect and testing flows after publishing.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Flow (what to show)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Connect wallet (Aptos Wallet Adapter) -&gt; Create subaccount -&gt; Deposit tokens -&gt; Add beneficiary -&gt; Claim via beneficiary wallet.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Show transaction hashes and on-chain verification on testnet explorer.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UX polish: better wallet selection, user onboarding flows.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Gas optimizations and contract upgrades pattern.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Analytics dashboard &amp; multi-signer flows.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&amp; Contact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Team: (Your names) — Roles: Contract, Frontend, DevOps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Repo: GitHub link (add if desired)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Contact: email / Discord handle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/ Notes for Maintainers</a:t>
            </a:r>
            <a:endParaRPr lang="en-US" sz="2800" dirty="0"/>
          </a:p>
        </p:txBody>
      </p:sp>
      <p:sp>
        <p:nvSpPr>
          <p:cNvPr id="3" name="Object2"/>
          <p:cNvSpPr/>
          <p:nvPr/>
        </p:nvSpPr>
        <p:spPr>
          <a:xfrm>
            <a:off x="548640" y="1463040"/>
            <a:ext cx="1072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Dev notes: project-scoped aptos CLI added to `package.json` devDependencies.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Important files: `contract/Move.toml`, `scripts/move/publish.js`, `frontend/main.tsx` (wallet provider)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Testing: `npm run move:test` runs Move unit tests.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Assets &amp; Export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 can convert this Markdown into a styled PPTX (matching the palette and font) and export a PDF.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Tell me if you want: (A) PPTX export, (B) direct PDF edit, (C) only content updates.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---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want I can now: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Turn this into a PPTX file with the template above and provide a download, 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Apply further copy tweaks per slide.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would you like next?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1000" dirty="0">
                <a:solidFill>
                  <a:srgbClr val="9CA3AF"/>
                </a:solidFill>
              </a:rPr>
              <a:t>DeadLock — Local Service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2026-02-25T13:44:48Z</dcterms:created>
  <dcterms:modified xsi:type="dcterms:W3CDTF">2026-02-25T13:44:48Z</dcterms:modified>
</cp:coreProperties>
</file>